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 Logging Terdistribusi untuk Deteksi Serangan Jaringan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Berbasis REST API, Hadoop, dan IoT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Proyek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Mendeteksi login gagal/berhasil secara otomatis</a:t>
            </a:r>
          </a:p>
          <a:p>
            <a:r>
              <a:t>- Menganalisis serangan secara terdistribusi dengan Hadoop</a:t>
            </a:r>
          </a:p>
          <a:p>
            <a:r>
              <a:t>- Menyediakan visualisasi status keamanan via dashboard</a:t>
            </a:r>
          </a:p>
          <a:p>
            <a:r>
              <a:t>- Menggunakan verifikasi hash SHA256 untuk integritas 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Komponen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 (Debian 11):</a:t>
            </a:r>
          </a:p>
          <a:p>
            <a:r>
              <a:t>   • Menjalankan script watch_log.py</a:t>
            </a:r>
          </a:p>
          <a:p>
            <a:r>
              <a:t>   • Mengirim log ke server via REST API</a:t>
            </a:r>
          </a:p>
          <a:p/>
          <a:p>
            <a:r>
              <a:t>2. Server (Kali Linux):</a:t>
            </a:r>
          </a:p>
          <a:p>
            <a:r>
              <a:t>   • Menyimpan log ke logs.txt</a:t>
            </a:r>
          </a:p>
          <a:p>
            <a:r>
              <a:t>   • Menjalankan MapReduce</a:t>
            </a:r>
          </a:p>
          <a:p/>
          <a:p>
            <a:r>
              <a:t>3. Hadoop HDFS + Streaming:</a:t>
            </a:r>
          </a:p>
          <a:p>
            <a:r>
              <a:t>   • Menganalisis logs.txt secara terdistribusi</a:t>
            </a:r>
          </a:p>
          <a:p/>
          <a:p>
            <a:r>
              <a:t>4. Dashboard Web (8080):</a:t>
            </a:r>
          </a:p>
          <a:p>
            <a:r>
              <a:t>   • Menampilkan hasil.txt (visual + notifikasi)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Attacker mencoba login ke client</a:t>
            </a:r>
          </a:p>
          <a:p>
            <a:r>
              <a:t>2. Client membaca log dan mengirim ke server</a:t>
            </a:r>
          </a:p>
          <a:p>
            <a:r>
              <a:t>3. Server menyimpan log (logs.txt)</a:t>
            </a:r>
          </a:p>
          <a:p>
            <a:r>
              <a:t>4. Server menjalankan MapReduce → hasil.txt</a:t>
            </a:r>
          </a:p>
          <a:p>
            <a:r>
              <a:t>5. Dashboard membaca hasil.txt dan tampilkan notifikasi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Keamanan dan Otomatisasi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Keamanan:</a:t>
            </a:r>
          </a:p>
          <a:p>
            <a:r>
              <a:t>  • Payload dikirim dengan hash SHA256</a:t>
            </a:r>
          </a:p>
          <a:p>
            <a:r>
              <a:t>  • Validasi integritas di REST API</a:t>
            </a:r>
          </a:p>
          <a:p/>
          <a:p>
            <a:r>
              <a:t>- Otomatisasi:</a:t>
            </a:r>
          </a:p>
          <a:p>
            <a:r>
              <a:t>  • Client: crontab jalanin watch_log.py tiap 30 detik</a:t>
            </a:r>
          </a:p>
          <a:p>
            <a:r>
              <a:t>  • Server: crontab jalanin MapReduce tiap 5 menit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Visualisasi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Port 8080 (python3 -m http.server)</a:t>
            </a:r>
          </a:p>
          <a:p>
            <a:r>
              <a:t>- Baca hasil.txt dari Hadoop</a:t>
            </a:r>
          </a:p>
          <a:p>
            <a:r>
              <a:t>- Tampilkan jumlah login gagal &amp; berhasil</a:t>
            </a:r>
          </a:p>
          <a:p>
            <a:r>
              <a:t>- Notifikasi otomatis:</a:t>
            </a:r>
          </a:p>
          <a:p>
            <a:r>
              <a:t>  • ⚠ 1 login gagal</a:t>
            </a:r>
          </a:p>
          <a:p>
            <a:r>
              <a:t>  • 🚨 3+ login gagal</a:t>
            </a:r>
          </a:p>
          <a:p>
            <a:r>
              <a:t>  • ✅ login berhasil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